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>
                <a:solidFill>
                  <a:srgbClr val="FFFFFF"/>
                </a:solidFill>
                <a:latin typeface="Segoe UI"/>
              </a:rPr>
              <a:t>Dealcross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  <a:latin typeface="Segoe UI"/>
              </a:rPr>
              <a:t>Securing Global Online Transactions</a:t>
            </a:r>
          </a:p>
          <a:p>
            <a:r>
              <a:rPr sz="2400">
                <a:solidFill>
                  <a:srgbClr val="FFFFFF"/>
                </a:solidFill>
                <a:latin typeface="Segoe UI"/>
              </a:rPr>
              <a:t>David Isaac | lightcomputerstechnology@gmail.com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>
                <a:solidFill>
                  <a:srgbClr val="FFFFFF"/>
                </a:solidFill>
                <a:latin typeface="Segoe UI"/>
              </a:rP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2400">
                <a:solidFill>
                  <a:srgbClr val="FFFFFF"/>
                </a:solidFill>
                <a:latin typeface="Segoe UI"/>
              </a:rPr>
              <a:t>Online buyers and sellers face trust issues, fraud, and payment failures.</a:t>
            </a:r>
          </a:p>
          <a:p>
            <a:pPr>
              <a:defRPr sz="1800"/>
            </a:pPr>
            <a:r>
              <a:rPr sz="2400">
                <a:solidFill>
                  <a:srgbClr val="FFFFFF"/>
                </a:solidFill>
                <a:latin typeface="Segoe UI"/>
              </a:rPr>
              <a:t>Emerging markets are especially vulnerable due to weak payment systems.</a:t>
            </a:r>
          </a:p>
          <a:p>
            <a:pPr>
              <a:defRPr sz="1800"/>
            </a:pPr>
            <a:r>
              <a:rPr sz="2400">
                <a:solidFill>
                  <a:srgbClr val="FFFFFF"/>
                </a:solidFill>
                <a:latin typeface="Segoe UI"/>
              </a:rPr>
              <a:t>Cross-border transactions often lack transparency and buyer protection.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>
                <a:solidFill>
                  <a:srgbClr val="FFFFFF"/>
                </a:solidFill>
                <a:latin typeface="Segoe UI"/>
              </a:rP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2400">
                <a:solidFill>
                  <a:srgbClr val="FFFFFF"/>
                </a:solidFill>
                <a:latin typeface="Segoe UI"/>
              </a:rPr>
              <a:t>Dealcross provides a secure escrow platform for digital transactions.</a:t>
            </a:r>
          </a:p>
          <a:p>
            <a:pPr>
              <a:defRPr sz="1800"/>
            </a:pPr>
            <a:r>
              <a:rPr sz="2400">
                <a:solidFill>
                  <a:srgbClr val="FFFFFF"/>
                </a:solidFill>
                <a:latin typeface="Segoe UI"/>
              </a:rPr>
              <a:t>Funds are held safely until both parties confirm satisfaction.</a:t>
            </a:r>
          </a:p>
          <a:p>
            <a:pPr>
              <a:defRPr sz="1800"/>
            </a:pPr>
            <a:r>
              <a:rPr sz="2400">
                <a:solidFill>
                  <a:srgbClr val="FFFFFF"/>
                </a:solidFill>
                <a:latin typeface="Segoe UI"/>
              </a:rPr>
              <a:t>Supports files, milestones, and dispute resolution built-in.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>
                <a:solidFill>
                  <a:srgbClr val="FFFFFF"/>
                </a:solidFill>
                <a:latin typeface="Segoe UI"/>
              </a:rP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2400">
                <a:solidFill>
                  <a:srgbClr val="FFFFFF"/>
                </a:solidFill>
                <a:latin typeface="Segoe UI"/>
              </a:rPr>
              <a:t>Over $5 billion in digital services traded monthly online.</a:t>
            </a:r>
          </a:p>
          <a:p>
            <a:pPr>
              <a:defRPr sz="1800"/>
            </a:pPr>
            <a:r>
              <a:rPr sz="2400">
                <a:solidFill>
                  <a:srgbClr val="FFFFFF"/>
                </a:solidFill>
                <a:latin typeface="Segoe UI"/>
              </a:rPr>
              <a:t>Freelancers, e-commerce, and P2P services are expanding globally.</a:t>
            </a:r>
          </a:p>
          <a:p>
            <a:pPr>
              <a:defRPr sz="1800"/>
            </a:pPr>
            <a:r>
              <a:rPr sz="2400">
                <a:solidFill>
                  <a:srgbClr val="FFFFFF"/>
                </a:solidFill>
                <a:latin typeface="Segoe UI"/>
              </a:rPr>
              <a:t>Africa and LATAM have untapped markets needing secure platforms.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>
                <a:solidFill>
                  <a:srgbClr val="FFFFFF"/>
                </a:solidFill>
                <a:latin typeface="Segoe UI"/>
              </a:rP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2400">
                <a:solidFill>
                  <a:srgbClr val="FFFFFF"/>
                </a:solidFill>
                <a:latin typeface="Segoe UI"/>
              </a:rPr>
              <a:t>1. Buyer and seller create a deal and fund escrow.</a:t>
            </a:r>
          </a:p>
          <a:p>
            <a:pPr>
              <a:defRPr sz="1800"/>
            </a:pPr>
            <a:r>
              <a:rPr sz="2400">
                <a:solidFill>
                  <a:srgbClr val="FFFFFF"/>
                </a:solidFill>
                <a:latin typeface="Segoe UI"/>
              </a:rPr>
              <a:t>2. Seller delivers product or service.</a:t>
            </a:r>
          </a:p>
          <a:p>
            <a:pPr>
              <a:defRPr sz="1800"/>
            </a:pPr>
            <a:r>
              <a:rPr sz="2400">
                <a:solidFill>
                  <a:srgbClr val="FFFFFF"/>
                </a:solidFill>
                <a:latin typeface="Segoe UI"/>
              </a:rPr>
              <a:t>3. Buyer confirms delivery and funds are released.</a:t>
            </a:r>
          </a:p>
          <a:p>
            <a:pPr>
              <a:defRPr sz="1800"/>
            </a:pPr>
            <a:r>
              <a:rPr sz="2400">
                <a:solidFill>
                  <a:srgbClr val="FFFFFF"/>
                </a:solidFill>
                <a:latin typeface="Segoe UI"/>
              </a:rPr>
              <a:t>4. Disputes can be resolved by support if needed.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>
                <a:solidFill>
                  <a:srgbClr val="FFFFFF"/>
                </a:solidFill>
                <a:latin typeface="Segoe UI"/>
              </a:rP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2400">
                <a:solidFill>
                  <a:srgbClr val="FFFFFF"/>
                </a:solidFill>
                <a:latin typeface="Segoe UI"/>
              </a:rPr>
              <a:t>Secure wallet and escrow system</a:t>
            </a:r>
          </a:p>
          <a:p>
            <a:pPr>
              <a:defRPr sz="1800"/>
            </a:pPr>
            <a:r>
              <a:rPr sz="2400">
                <a:solidFill>
                  <a:srgbClr val="FFFFFF"/>
                </a:solidFill>
                <a:latin typeface="Segoe UI"/>
              </a:rPr>
              <a:t>File or statement delivery tracking</a:t>
            </a:r>
          </a:p>
          <a:p>
            <a:pPr>
              <a:defRPr sz="1800"/>
            </a:pPr>
            <a:r>
              <a:rPr sz="2400">
                <a:solidFill>
                  <a:srgbClr val="FFFFFF"/>
                </a:solidFill>
                <a:latin typeface="Segoe UI"/>
              </a:rPr>
              <a:t>Dispute resolution tools</a:t>
            </a:r>
          </a:p>
          <a:p>
            <a:pPr>
              <a:defRPr sz="1800"/>
            </a:pPr>
            <a:r>
              <a:rPr sz="2400">
                <a:solidFill>
                  <a:srgbClr val="FFFFFF"/>
                </a:solidFill>
                <a:latin typeface="Segoe UI"/>
              </a:rPr>
              <a:t>Multi-currency &amp; crypto readiness</a:t>
            </a:r>
          </a:p>
          <a:p>
            <a:pPr>
              <a:defRPr sz="1800"/>
            </a:pPr>
            <a:r>
              <a:rPr sz="2400">
                <a:solidFill>
                  <a:srgbClr val="FFFFFF"/>
                </a:solidFill>
                <a:latin typeface="Segoe UI"/>
              </a:rPr>
              <a:t>Fraud detection and audit logs</a:t>
            </a:r>
          </a:p>
          <a:p>
            <a:pPr>
              <a:defRPr sz="1800"/>
            </a:pPr>
            <a:r>
              <a:rPr sz="2400">
                <a:solidFill>
                  <a:srgbClr val="FFFFFF"/>
                </a:solidFill>
                <a:latin typeface="Segoe UI"/>
              </a:rPr>
              <a:t>Admin and user dashboards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>
                <a:solidFill>
                  <a:srgbClr val="FFFFFF"/>
                </a:solidFill>
                <a:latin typeface="Segoe UI"/>
              </a:rP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2400">
                <a:solidFill>
                  <a:srgbClr val="FFFFFF"/>
                </a:solidFill>
                <a:latin typeface="Segoe UI"/>
              </a:rPr>
              <a:t>Transaction fee: 2% - 5% per completed deal</a:t>
            </a:r>
          </a:p>
          <a:p>
            <a:pPr>
              <a:defRPr sz="1800"/>
            </a:pPr>
            <a:r>
              <a:rPr sz="2400">
                <a:solidFill>
                  <a:srgbClr val="FFFFFF"/>
                </a:solidFill>
                <a:latin typeface="Segoe UI"/>
              </a:rPr>
              <a:t>Premium accounts for advanced features</a:t>
            </a:r>
          </a:p>
          <a:p>
            <a:pPr>
              <a:defRPr sz="1800"/>
            </a:pPr>
            <a:r>
              <a:rPr sz="2400">
                <a:solidFill>
                  <a:srgbClr val="FFFFFF"/>
                </a:solidFill>
                <a:latin typeface="Segoe UI"/>
              </a:rPr>
              <a:t>API for marketplaces and payment processors</a:t>
            </a:r>
          </a:p>
          <a:p>
            <a:pPr>
              <a:defRPr sz="1800"/>
            </a:pPr>
            <a:r>
              <a:rPr sz="2400">
                <a:solidFill>
                  <a:srgbClr val="FFFFFF"/>
                </a:solidFill>
                <a:latin typeface="Segoe UI"/>
              </a:rPr>
              <a:t>Partner integrations for funding and withdrawal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>
                <a:solidFill>
                  <a:srgbClr val="FFFFFF"/>
                </a:solidFill>
                <a:latin typeface="Segoe UI"/>
              </a:rPr>
              <a:t>Why Dealcross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2400">
                <a:solidFill>
                  <a:srgbClr val="FFFFFF"/>
                </a:solidFill>
                <a:latin typeface="Segoe UI"/>
              </a:rPr>
              <a:t>Tailored to African and global emerging markets</a:t>
            </a:r>
          </a:p>
          <a:p>
            <a:pPr>
              <a:defRPr sz="1800"/>
            </a:pPr>
            <a:r>
              <a:rPr sz="2400">
                <a:solidFill>
                  <a:srgbClr val="FFFFFF"/>
                </a:solidFill>
                <a:latin typeface="Segoe UI"/>
              </a:rPr>
              <a:t>Simple UI with real security under the hood</a:t>
            </a:r>
          </a:p>
          <a:p>
            <a:pPr>
              <a:defRPr sz="1800"/>
            </a:pPr>
            <a:r>
              <a:rPr sz="2400">
                <a:solidFill>
                  <a:srgbClr val="FFFFFF"/>
                </a:solidFill>
                <a:latin typeface="Segoe UI"/>
              </a:rPr>
              <a:t>Built-in fraud tools and multi-language support</a:t>
            </a:r>
          </a:p>
          <a:p>
            <a:pPr>
              <a:defRPr sz="1800"/>
            </a:pPr>
            <a:r>
              <a:rPr sz="2400">
                <a:solidFill>
                  <a:srgbClr val="FFFFFF"/>
                </a:solidFill>
                <a:latin typeface="Segoe UI"/>
              </a:rPr>
              <a:t>Admin control and mobile-first experience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>
                <a:solidFill>
                  <a:srgbClr val="FFFFFF"/>
                </a:solidFill>
                <a:latin typeface="Segoe UI"/>
              </a:rPr>
              <a:t>What We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2400">
                <a:solidFill>
                  <a:srgbClr val="FFFFFF"/>
                </a:solidFill>
                <a:latin typeface="Segoe UI"/>
              </a:rPr>
              <a:t>Looking to raise $50,000 seed funding</a:t>
            </a:r>
          </a:p>
          <a:p>
            <a:pPr>
              <a:defRPr sz="1800"/>
            </a:pPr>
            <a:r>
              <a:rPr sz="2400">
                <a:solidFill>
                  <a:srgbClr val="FFFFFF"/>
                </a:solidFill>
                <a:latin typeface="Segoe UI"/>
              </a:rPr>
              <a:t>To complete smart contract integration, marketing, and scale servers</a:t>
            </a:r>
          </a:p>
          <a:p>
            <a:pPr>
              <a:defRPr sz="1800"/>
            </a:pPr>
            <a:r>
              <a:rPr sz="2400">
                <a:solidFill>
                  <a:srgbClr val="FFFFFF"/>
                </a:solidFill>
                <a:latin typeface="Segoe UI"/>
              </a:rPr>
              <a:t>Partnerships with fintech, government, and digital service providers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>
                <a:solidFill>
                  <a:srgbClr val="FFFFFF"/>
                </a:solidFill>
                <a:latin typeface="Segoe UI"/>
              </a:rPr>
              <a:t>Let's Talk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2400">
                <a:solidFill>
                  <a:srgbClr val="FFFFFF"/>
                </a:solidFill>
                <a:latin typeface="Segoe UI"/>
              </a:rPr>
              <a:t>David Isaac</a:t>
            </a:r>
          </a:p>
          <a:p>
            <a:pPr>
              <a:defRPr sz="1800"/>
            </a:pPr>
            <a:r>
              <a:rPr sz="2400">
                <a:solidFill>
                  <a:srgbClr val="FFFFFF"/>
                </a:solidFill>
                <a:latin typeface="Segoe UI"/>
              </a:rPr>
              <a:t>Founder, Dealcross</a:t>
            </a:r>
          </a:p>
          <a:p>
            <a:pPr>
              <a:defRPr sz="1800"/>
            </a:pPr>
            <a:r>
              <a:rPr sz="2400">
                <a:solidFill>
                  <a:srgbClr val="FFFFFF"/>
                </a:solidFill>
                <a:latin typeface="Segoe UI"/>
              </a:rPr>
              <a:t>lightcomputerstechnology@gmail.com</a:t>
            </a:r>
          </a:p>
          <a:p>
            <a:pPr>
              <a:defRPr sz="1800"/>
            </a:pPr>
            <a:r>
              <a:rPr sz="2400">
                <a:solidFill>
                  <a:srgbClr val="FFFFFF"/>
                </a:solidFill>
                <a:latin typeface="Segoe UI"/>
              </a:rPr>
              <a:t>www.dealcross.net (demo)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For questions, business inquiries, or support, reach us at:</a:t>
            </a:r>
          </a:p>
          <a:p>
            <a:pPr>
              <a:defRPr sz="2000" b="1">
                <a:solidFill>
                  <a:srgbClr val="0066CC"/>
                </a:solidFill>
              </a:defRPr>
            </a:pPr>
            <a:r>
              <a:t>dealcrossgeneralmail@gmail.com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